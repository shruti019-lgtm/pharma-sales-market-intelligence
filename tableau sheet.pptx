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2B83078-2639-4F02-A2BD-78EF9000235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tableau sheet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44A8D33-A47B-4958-8817-F318D589ADE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1/17/2026 1:37:32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468A96C4-9E25-4DA7-8CA4-7AB098DF40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" y="609600"/>
            <a:ext cx="1130617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2026-01-16T20:07:34Z</dcterms:created>
  <dcterms:modified xsi:type="dcterms:W3CDTF">2026-01-16T20:07:34Z</dcterms:modified>
</cp:coreProperties>
</file>