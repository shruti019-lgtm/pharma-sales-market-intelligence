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0C832FE-5F76-4B7D-BCBE-D427D70BE4C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tableau sheet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C5CFC77-405E-4B4C-A90F-06B010D1260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1/17/2026 1:38:20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arma Sales &amp;amp; Market Intelligence Story1" id="2" name="slide2">
            <a:extLst>
              <a:ext uri="{FF2B5EF4-FFF2-40B4-BE49-F238E27FC236}">
                <a16:creationId xmlns:a16="http://schemas.microsoft.com/office/drawing/2014/main" id="{1AF80492-455E-4B14-A049-8A6B9AFAC2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arma Sales &amp;amp; Market Intelligence Story2" id="3" name="slide3">
            <a:extLst>
              <a:ext uri="{FF2B5EF4-FFF2-40B4-BE49-F238E27FC236}">
                <a16:creationId xmlns:a16="http://schemas.microsoft.com/office/drawing/2014/main" id="{AB56CD51-D73A-4B8F-8DE0-7154FF1FC7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arma Sales &amp;amp; Market Intelligence Story3" id="4" name="slide4">
            <a:extLst>
              <a:ext uri="{FF2B5EF4-FFF2-40B4-BE49-F238E27FC236}">
                <a16:creationId xmlns:a16="http://schemas.microsoft.com/office/drawing/2014/main" id="{A8BF9282-6D91-4D03-8BD4-643C0E035C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2026-01-16T20:08:21Z</dcterms:created>
  <dcterms:modified xsi:type="dcterms:W3CDTF">2026-01-16T20:08:21Z</dcterms:modified>
</cp:coreProperties>
</file>